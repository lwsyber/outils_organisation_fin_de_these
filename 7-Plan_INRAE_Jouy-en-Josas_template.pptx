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64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éa WAGNER" userId="aa6203e442fa22c0" providerId="LiveId" clId="{E7F265D7-9544-40F4-8599-1109D05036B1}"/>
    <pc:docChg chg="undo custSel delSld modSld">
      <pc:chgData name="Léa WAGNER" userId="aa6203e442fa22c0" providerId="LiveId" clId="{E7F265D7-9544-40F4-8599-1109D05036B1}" dt="2026-01-12T20:26:36.037" v="1099" actId="20577"/>
      <pc:docMkLst>
        <pc:docMk/>
      </pc:docMkLst>
      <pc:sldChg chg="addSp delSp modSp mod">
        <pc:chgData name="Léa WAGNER" userId="aa6203e442fa22c0" providerId="LiveId" clId="{E7F265D7-9544-40F4-8599-1109D05036B1}" dt="2026-01-12T20:26:36.037" v="1099" actId="20577"/>
        <pc:sldMkLst>
          <pc:docMk/>
          <pc:sldMk cId="4251532141" sldId="260"/>
        </pc:sldMkLst>
        <pc:spChg chg="add mod ord">
          <ac:chgData name="Léa WAGNER" userId="aa6203e442fa22c0" providerId="LiveId" clId="{E7F265D7-9544-40F4-8599-1109D05036B1}" dt="2026-01-12T20:26:36.037" v="1099" actId="20577"/>
          <ac:spMkLst>
            <pc:docMk/>
            <pc:sldMk cId="4251532141" sldId="260"/>
            <ac:spMk id="16" creationId="{3E4D35F2-2DC5-F595-E365-2444A57CA55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2806-6F01-4A4A-B818-A2F4B57DE47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AE78-1636-4FF6-BC6D-69273D3B0BE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6585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2806-6F01-4A4A-B818-A2F4B57DE47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AE78-1636-4FF6-BC6D-69273D3B0BE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5486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2806-6F01-4A4A-B818-A2F4B57DE47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AE78-1636-4FF6-BC6D-69273D3B0BE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889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2806-6F01-4A4A-B818-A2F4B57DE47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AE78-1636-4FF6-BC6D-69273D3B0BE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3442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2806-6F01-4A4A-B818-A2F4B57DE47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AE78-1636-4FF6-BC6D-69273D3B0BE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804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2806-6F01-4A4A-B818-A2F4B57DE47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AE78-1636-4FF6-BC6D-69273D3B0BE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25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2806-6F01-4A4A-B818-A2F4B57DE47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AE78-1636-4FF6-BC6D-69273D3B0BE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9838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2806-6F01-4A4A-B818-A2F4B57DE47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AE78-1636-4FF6-BC6D-69273D3B0BE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156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2806-6F01-4A4A-B818-A2F4B57DE47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AE78-1636-4FF6-BC6D-69273D3B0BE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726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2806-6F01-4A4A-B818-A2F4B57DE47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AE78-1636-4FF6-BC6D-69273D3B0BE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4474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2806-6F01-4A4A-B818-A2F4B57DE47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AE78-1636-4FF6-BC6D-69273D3B0BE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6925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2806-6F01-4A4A-B818-A2F4B57DE47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DAE78-1636-4FF6-BC6D-69273D3B0BE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336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F2486-DEA2-7456-BC8C-20A1F513B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CCF2EE6-E3F4-5AB5-ABBD-088996F5E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775" y="0"/>
            <a:ext cx="8900272" cy="6858000"/>
          </a:xfrm>
          <a:prstGeom prst="rect">
            <a:avLst/>
          </a:prstGeom>
          <a:solidFill>
            <a:srgbClr val="7030A0">
              <a:alpha val="40000"/>
            </a:srgbClr>
          </a:solidFill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292239C-0913-F601-B67F-E8D88022EDEF}"/>
              </a:ext>
            </a:extLst>
          </p:cNvPr>
          <p:cNvSpPr/>
          <p:nvPr/>
        </p:nvSpPr>
        <p:spPr>
          <a:xfrm rot="21345359">
            <a:off x="7705756" y="3884103"/>
            <a:ext cx="127007" cy="113640"/>
          </a:xfrm>
          <a:prstGeom prst="rect">
            <a:avLst/>
          </a:prstGeom>
          <a:solidFill>
            <a:srgbClr val="7030A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70A1F7-008F-B6A4-32CF-73D3ECE1F71A}"/>
              </a:ext>
            </a:extLst>
          </p:cNvPr>
          <p:cNvSpPr/>
          <p:nvPr/>
        </p:nvSpPr>
        <p:spPr>
          <a:xfrm rot="21361876">
            <a:off x="2487549" y="4365421"/>
            <a:ext cx="345099" cy="180963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A28125-0694-DA3B-290C-5666193B60C7}"/>
              </a:ext>
            </a:extLst>
          </p:cNvPr>
          <p:cNvSpPr/>
          <p:nvPr/>
        </p:nvSpPr>
        <p:spPr>
          <a:xfrm>
            <a:off x="346653" y="4491588"/>
            <a:ext cx="1186543" cy="18344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9836D2D-63B0-0385-ACDD-7A5E0BC5FF63}"/>
              </a:ext>
            </a:extLst>
          </p:cNvPr>
          <p:cNvSpPr txBox="1"/>
          <p:nvPr/>
        </p:nvSpPr>
        <p:spPr>
          <a:xfrm>
            <a:off x="2242315" y="4455902"/>
            <a:ext cx="720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>
                <a:solidFill>
                  <a:srgbClr val="FF0000"/>
                </a:solidFill>
              </a:rPr>
              <a:t>Accueil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69EC6D3-5014-1D48-E962-E374F40F477B}"/>
              </a:ext>
            </a:extLst>
          </p:cNvPr>
          <p:cNvSpPr txBox="1"/>
          <p:nvPr/>
        </p:nvSpPr>
        <p:spPr>
          <a:xfrm>
            <a:off x="7525137" y="5431566"/>
            <a:ext cx="1584088" cy="430887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rtlCol="0">
            <a:spAutoFit/>
          </a:bodyPr>
          <a:lstStyle/>
          <a:p>
            <a:pPr algn="r"/>
            <a:r>
              <a:rPr lang="fr-FR" sz="1100" dirty="0" err="1">
                <a:solidFill>
                  <a:srgbClr val="FF0000"/>
                </a:solidFill>
              </a:rPr>
              <a:t>Vauboyen</a:t>
            </a:r>
            <a:endParaRPr lang="fr-FR" sz="1100" dirty="0">
              <a:solidFill>
                <a:srgbClr val="FF0000"/>
              </a:solidFill>
            </a:endParaRPr>
          </a:p>
          <a:p>
            <a:pPr algn="r"/>
            <a:r>
              <a:rPr lang="fr-FR" sz="1100" dirty="0">
                <a:solidFill>
                  <a:srgbClr val="FF0000"/>
                </a:solidFill>
              </a:rPr>
              <a:t>(pas d’accès sans badge)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8BE2BAE9-BCE5-C863-C5D9-5535C82ED346}"/>
              </a:ext>
            </a:extLst>
          </p:cNvPr>
          <p:cNvSpPr/>
          <p:nvPr/>
        </p:nvSpPr>
        <p:spPr>
          <a:xfrm rot="10800000">
            <a:off x="7525134" y="2791870"/>
            <a:ext cx="1057329" cy="1114295"/>
          </a:xfrm>
          <a:prstGeom prst="triangle">
            <a:avLst>
              <a:gd name="adj" fmla="val 77987"/>
            </a:avLst>
          </a:prstGeom>
          <a:solidFill>
            <a:srgbClr val="7030A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605431-0CEB-63CC-830E-8A35C26CCC92}"/>
              </a:ext>
            </a:extLst>
          </p:cNvPr>
          <p:cNvSpPr txBox="1"/>
          <p:nvPr/>
        </p:nvSpPr>
        <p:spPr>
          <a:xfrm>
            <a:off x="7057946" y="2268650"/>
            <a:ext cx="19641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7030A0"/>
                </a:solidFill>
              </a:rPr>
              <a:t>Accès</a:t>
            </a:r>
            <a:r>
              <a:rPr lang="en-US" sz="1400" b="1" dirty="0">
                <a:solidFill>
                  <a:srgbClr val="7030A0"/>
                </a:solidFill>
              </a:rPr>
              <a:t> à </a:t>
            </a:r>
            <a:r>
              <a:rPr lang="en-US" sz="1400" b="1" dirty="0" err="1">
                <a:solidFill>
                  <a:srgbClr val="7030A0"/>
                </a:solidFill>
              </a:rPr>
              <a:t>l’amphithéâtre</a:t>
            </a:r>
            <a:endParaRPr lang="en-US" sz="1400" b="1" dirty="0">
              <a:solidFill>
                <a:srgbClr val="7030A0"/>
              </a:solidFill>
            </a:endParaRPr>
          </a:p>
          <a:p>
            <a:pPr algn="ctr"/>
            <a:r>
              <a:rPr lang="en-US" sz="1400" b="1" dirty="0">
                <a:solidFill>
                  <a:srgbClr val="7030A0"/>
                </a:solidFill>
              </a:rPr>
              <a:t>du </a:t>
            </a:r>
            <a:r>
              <a:rPr lang="en-US" sz="1400" b="1" dirty="0" err="1">
                <a:solidFill>
                  <a:srgbClr val="7030A0"/>
                </a:solidFill>
              </a:rPr>
              <a:t>bâtiment</a:t>
            </a:r>
            <a:r>
              <a:rPr lang="en-US" sz="1400" b="1" dirty="0">
                <a:solidFill>
                  <a:srgbClr val="7030A0"/>
                </a:solidFill>
              </a:rPr>
              <a:t> 440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A2C192-7753-6871-6EBA-A5F431FCA5EF}"/>
              </a:ext>
            </a:extLst>
          </p:cNvPr>
          <p:cNvSpPr/>
          <p:nvPr/>
        </p:nvSpPr>
        <p:spPr>
          <a:xfrm>
            <a:off x="289775" y="927279"/>
            <a:ext cx="1577662" cy="527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C740B25-E5E4-494C-4ECC-0DF375B81231}"/>
              </a:ext>
            </a:extLst>
          </p:cNvPr>
          <p:cNvSpPr/>
          <p:nvPr/>
        </p:nvSpPr>
        <p:spPr>
          <a:xfrm>
            <a:off x="2736273" y="4576229"/>
            <a:ext cx="4484292" cy="596766"/>
          </a:xfrm>
          <a:custGeom>
            <a:avLst/>
            <a:gdLst>
              <a:gd name="connsiteX0" fmla="*/ 0 w 4042611"/>
              <a:gd name="connsiteY0" fmla="*/ 0 h 596766"/>
              <a:gd name="connsiteX1" fmla="*/ 4042611 w 4042611"/>
              <a:gd name="connsiteY1" fmla="*/ 587141 h 596766"/>
              <a:gd name="connsiteX2" fmla="*/ 712270 w 4042611"/>
              <a:gd name="connsiteY2" fmla="*/ 596766 h 596766"/>
              <a:gd name="connsiteX3" fmla="*/ 0 w 4042611"/>
              <a:gd name="connsiteY3" fmla="*/ 0 h 596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2611" h="596766">
                <a:moveTo>
                  <a:pt x="0" y="0"/>
                </a:moveTo>
                <a:lnTo>
                  <a:pt x="4042611" y="587141"/>
                </a:lnTo>
                <a:lnTo>
                  <a:pt x="712270" y="596766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AA68FA5-D7F1-1788-BBF3-3E920F62EED7}"/>
              </a:ext>
            </a:extLst>
          </p:cNvPr>
          <p:cNvSpPr/>
          <p:nvPr/>
        </p:nvSpPr>
        <p:spPr>
          <a:xfrm>
            <a:off x="2443163" y="3286125"/>
            <a:ext cx="5348287" cy="1262063"/>
          </a:xfrm>
          <a:custGeom>
            <a:avLst/>
            <a:gdLst>
              <a:gd name="connsiteX0" fmla="*/ 0 w 5348287"/>
              <a:gd name="connsiteY0" fmla="*/ 1262063 h 1262063"/>
              <a:gd name="connsiteX1" fmla="*/ 257175 w 5348287"/>
              <a:gd name="connsiteY1" fmla="*/ 1000125 h 1262063"/>
              <a:gd name="connsiteX2" fmla="*/ 566737 w 5348287"/>
              <a:gd name="connsiteY2" fmla="*/ 800100 h 1262063"/>
              <a:gd name="connsiteX3" fmla="*/ 814387 w 5348287"/>
              <a:gd name="connsiteY3" fmla="*/ 623888 h 1262063"/>
              <a:gd name="connsiteX4" fmla="*/ 990600 w 5348287"/>
              <a:gd name="connsiteY4" fmla="*/ 452438 h 1262063"/>
              <a:gd name="connsiteX5" fmla="*/ 1033462 w 5348287"/>
              <a:gd name="connsiteY5" fmla="*/ 290513 h 1262063"/>
              <a:gd name="connsiteX6" fmla="*/ 1514475 w 5348287"/>
              <a:gd name="connsiteY6" fmla="*/ 247650 h 1262063"/>
              <a:gd name="connsiteX7" fmla="*/ 2214562 w 5348287"/>
              <a:gd name="connsiteY7" fmla="*/ 180975 h 1262063"/>
              <a:gd name="connsiteX8" fmla="*/ 2876550 w 5348287"/>
              <a:gd name="connsiteY8" fmla="*/ 133350 h 1262063"/>
              <a:gd name="connsiteX9" fmla="*/ 3405187 w 5348287"/>
              <a:gd name="connsiteY9" fmla="*/ 90488 h 1262063"/>
              <a:gd name="connsiteX10" fmla="*/ 3905250 w 5348287"/>
              <a:gd name="connsiteY10" fmla="*/ 71438 h 1262063"/>
              <a:gd name="connsiteX11" fmla="*/ 4081462 w 5348287"/>
              <a:gd name="connsiteY11" fmla="*/ 90488 h 1262063"/>
              <a:gd name="connsiteX12" fmla="*/ 4433887 w 5348287"/>
              <a:gd name="connsiteY12" fmla="*/ 71438 h 1262063"/>
              <a:gd name="connsiteX13" fmla="*/ 4524375 w 5348287"/>
              <a:gd name="connsiteY13" fmla="*/ 57150 h 1262063"/>
              <a:gd name="connsiteX14" fmla="*/ 4524375 w 5348287"/>
              <a:gd name="connsiteY14" fmla="*/ 0 h 1262063"/>
              <a:gd name="connsiteX15" fmla="*/ 4676775 w 5348287"/>
              <a:gd name="connsiteY15" fmla="*/ 71438 h 1262063"/>
              <a:gd name="connsiteX16" fmla="*/ 4852987 w 5348287"/>
              <a:gd name="connsiteY16" fmla="*/ 176213 h 1262063"/>
              <a:gd name="connsiteX17" fmla="*/ 5010150 w 5348287"/>
              <a:gd name="connsiteY17" fmla="*/ 333375 h 1262063"/>
              <a:gd name="connsiteX18" fmla="*/ 5195887 w 5348287"/>
              <a:gd name="connsiteY18" fmla="*/ 447675 h 1262063"/>
              <a:gd name="connsiteX19" fmla="*/ 5348287 w 5348287"/>
              <a:gd name="connsiteY19" fmla="*/ 542925 h 1262063"/>
              <a:gd name="connsiteX20" fmla="*/ 5324475 w 5348287"/>
              <a:gd name="connsiteY20" fmla="*/ 638175 h 1262063"/>
              <a:gd name="connsiteX21" fmla="*/ 5324475 w 5348287"/>
              <a:gd name="connsiteY21" fmla="*/ 638175 h 1262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48287" h="1262063">
                <a:moveTo>
                  <a:pt x="0" y="1262063"/>
                </a:moveTo>
                <a:lnTo>
                  <a:pt x="257175" y="1000125"/>
                </a:lnTo>
                <a:lnTo>
                  <a:pt x="566737" y="800100"/>
                </a:lnTo>
                <a:lnTo>
                  <a:pt x="814387" y="623888"/>
                </a:lnTo>
                <a:lnTo>
                  <a:pt x="990600" y="452438"/>
                </a:lnTo>
                <a:lnTo>
                  <a:pt x="1033462" y="290513"/>
                </a:lnTo>
                <a:lnTo>
                  <a:pt x="1514475" y="247650"/>
                </a:lnTo>
                <a:lnTo>
                  <a:pt x="2214562" y="180975"/>
                </a:lnTo>
                <a:lnTo>
                  <a:pt x="2876550" y="133350"/>
                </a:lnTo>
                <a:lnTo>
                  <a:pt x="3405187" y="90488"/>
                </a:lnTo>
                <a:lnTo>
                  <a:pt x="3905250" y="71438"/>
                </a:lnTo>
                <a:lnTo>
                  <a:pt x="4081462" y="90488"/>
                </a:lnTo>
                <a:lnTo>
                  <a:pt x="4433887" y="71438"/>
                </a:lnTo>
                <a:lnTo>
                  <a:pt x="4524375" y="57150"/>
                </a:lnTo>
                <a:lnTo>
                  <a:pt x="4524375" y="0"/>
                </a:lnTo>
                <a:lnTo>
                  <a:pt x="4676775" y="71438"/>
                </a:lnTo>
                <a:lnTo>
                  <a:pt x="4852987" y="176213"/>
                </a:lnTo>
                <a:lnTo>
                  <a:pt x="5010150" y="333375"/>
                </a:lnTo>
                <a:lnTo>
                  <a:pt x="5195887" y="447675"/>
                </a:lnTo>
                <a:lnTo>
                  <a:pt x="5348287" y="542925"/>
                </a:lnTo>
                <a:lnTo>
                  <a:pt x="5324475" y="638175"/>
                </a:lnTo>
                <a:lnTo>
                  <a:pt x="5324475" y="638175"/>
                </a:lnTo>
              </a:path>
            </a:pathLst>
          </a:custGeom>
          <a:noFill/>
          <a:ln w="38100">
            <a:solidFill>
              <a:srgbClr val="FF0000"/>
            </a:solidFill>
            <a:tailEnd type="triangle" w="lg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33148A-42C9-2310-724C-8736D4030BB7}"/>
              </a:ext>
            </a:extLst>
          </p:cNvPr>
          <p:cNvSpPr/>
          <p:nvPr/>
        </p:nvSpPr>
        <p:spPr>
          <a:xfrm>
            <a:off x="346652" y="6238265"/>
            <a:ext cx="1186543" cy="183444"/>
          </a:xfrm>
          <a:prstGeom prst="rect">
            <a:avLst/>
          </a:prstGeom>
          <a:solidFill>
            <a:srgbClr val="7030A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DD85F0-42AF-2946-A566-6EEA7BA1E398}"/>
              </a:ext>
            </a:extLst>
          </p:cNvPr>
          <p:cNvSpPr/>
          <p:nvPr/>
        </p:nvSpPr>
        <p:spPr>
          <a:xfrm>
            <a:off x="920873" y="4184750"/>
            <a:ext cx="1178505" cy="2997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F768448-9874-6ABA-D7E7-5E5EACE2918B}"/>
              </a:ext>
            </a:extLst>
          </p:cNvPr>
          <p:cNvSpPr txBox="1"/>
          <p:nvPr/>
        </p:nvSpPr>
        <p:spPr>
          <a:xfrm>
            <a:off x="149871" y="4176700"/>
            <a:ext cx="1992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Entrée par Jouy-en-Josas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48F259-8F31-8DBE-E1BF-BC1F67860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073" y="8757"/>
            <a:ext cx="3054927" cy="22911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2F0528-E46A-EB2C-532D-E05355DCE060}"/>
              </a:ext>
            </a:extLst>
          </p:cNvPr>
          <p:cNvSpPr txBox="1"/>
          <p:nvPr/>
        </p:nvSpPr>
        <p:spPr>
          <a:xfrm>
            <a:off x="7804877" y="0"/>
            <a:ext cx="12104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Bâtiment 440 </a:t>
            </a:r>
          </a:p>
          <a:p>
            <a:r>
              <a:rPr lang="fr-FR" sz="1400" dirty="0"/>
              <a:t>(Jacques Poly)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B848B0-1E38-C52D-B2D6-FE74457AB5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7379" y="5158814"/>
            <a:ext cx="3683186" cy="16150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2B28EE1-A1EA-0373-0A1F-B0E5B8EE473C}"/>
              </a:ext>
            </a:extLst>
          </p:cNvPr>
          <p:cNvSpPr txBox="1"/>
          <p:nvPr/>
        </p:nvSpPr>
        <p:spPr>
          <a:xfrm>
            <a:off x="6029007" y="-9922"/>
            <a:ext cx="1424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Arrêt de bus « Biotechnologies »</a:t>
            </a:r>
            <a:endParaRPr lang="en-US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E5F634-0CD5-5D60-36C3-7E5530F2C296}"/>
              </a:ext>
            </a:extLst>
          </p:cNvPr>
          <p:cNvCxnSpPr/>
          <p:nvPr/>
        </p:nvCxnSpPr>
        <p:spPr>
          <a:xfrm flipH="1">
            <a:off x="6192982" y="451743"/>
            <a:ext cx="62345" cy="573493"/>
          </a:xfrm>
          <a:prstGeom prst="straightConnector1">
            <a:avLst/>
          </a:prstGeom>
          <a:ln w="28575">
            <a:gradFill>
              <a:gsLst>
                <a:gs pos="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3F368EA-73E8-CBA0-A730-4C25B89B99BE}"/>
              </a:ext>
            </a:extLst>
          </p:cNvPr>
          <p:cNvSpPr/>
          <p:nvPr/>
        </p:nvSpPr>
        <p:spPr>
          <a:xfrm>
            <a:off x="3314700" y="2567940"/>
            <a:ext cx="1127760" cy="16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10FF7B-6BF4-97B6-845E-9620FC893947}"/>
              </a:ext>
            </a:extLst>
          </p:cNvPr>
          <p:cNvSpPr/>
          <p:nvPr/>
        </p:nvSpPr>
        <p:spPr>
          <a:xfrm rot="2400815">
            <a:off x="7219803" y="3218841"/>
            <a:ext cx="334871" cy="258310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4D35F2-2DC5-F595-E365-2444A57CA555}"/>
              </a:ext>
            </a:extLst>
          </p:cNvPr>
          <p:cNvSpPr txBox="1"/>
          <p:nvPr/>
        </p:nvSpPr>
        <p:spPr>
          <a:xfrm>
            <a:off x="121864" y="869554"/>
            <a:ext cx="449898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fr-FR" sz="1100" dirty="0">
                <a:solidFill>
                  <a:srgbClr val="0070C0"/>
                </a:solidFill>
              </a:rPr>
              <a:t>L’accès au site INRAE se fait au niveau de l’accueil, coté Jouy-en-Josas. Il vous suffira de donner votre nom et de </a:t>
            </a:r>
            <a:r>
              <a:rPr lang="fr-FR" sz="1100" b="1" dirty="0">
                <a:solidFill>
                  <a:srgbClr val="0070C0"/>
                </a:solidFill>
              </a:rPr>
              <a:t>laisser une pièce d’identité </a:t>
            </a:r>
            <a:r>
              <a:rPr lang="fr-FR" sz="1100" dirty="0">
                <a:solidFill>
                  <a:srgbClr val="0070C0"/>
                </a:solidFill>
              </a:rPr>
              <a:t>que vous récupèrerez en repartant. </a:t>
            </a:r>
            <a:endParaRPr lang="fr-FR" sz="400" dirty="0">
              <a:solidFill>
                <a:srgbClr val="0070C0"/>
              </a:solidFill>
            </a:endParaRPr>
          </a:p>
          <a:p>
            <a:pPr>
              <a:spcAft>
                <a:spcPts val="600"/>
              </a:spcAft>
              <a:buNone/>
            </a:pPr>
            <a:r>
              <a:rPr lang="fr-FR" sz="1100" dirty="0">
                <a:solidFill>
                  <a:srgbClr val="0070C0"/>
                </a:solidFill>
              </a:rPr>
              <a:t>🚗 Il est possible de rentrer en voiture. Suivre les flèches « bâtiment 440 », qui correspondent au trajet rouge sur la carte et se garer dans le parking indiqué en vert. Attendre ensuite devant l’arrêt de bus « Biotechnologies ».</a:t>
            </a:r>
          </a:p>
          <a:p>
            <a:pPr>
              <a:spcAft>
                <a:spcPts val="600"/>
              </a:spcAft>
              <a:buNone/>
            </a:pPr>
            <a:r>
              <a:rPr lang="fr-FR" sz="1100" dirty="0">
                <a:solidFill>
                  <a:srgbClr val="0070C0"/>
                </a:solidFill>
              </a:rPr>
              <a:t>👣Suivre les flèches « bâtiment 440 », qui correspondent au trajet rouge sur la carte (environ 15 min de marche), et attendre devant l’arrêt de bus « Biotechnologies ».</a:t>
            </a:r>
          </a:p>
          <a:p>
            <a:pPr>
              <a:spcAft>
                <a:spcPts val="600"/>
              </a:spcAft>
              <a:buNone/>
            </a:pPr>
            <a:r>
              <a:rPr lang="fr-FR" sz="1100" dirty="0">
                <a:solidFill>
                  <a:srgbClr val="0070C0"/>
                </a:solidFill>
              </a:rPr>
              <a:t>En cas de besoin, appelez [Prénom/Nom] au [numéro de téléphone].</a:t>
            </a:r>
          </a:p>
        </p:txBody>
      </p:sp>
    </p:spTree>
    <p:extLst>
      <p:ext uri="{BB962C8B-B14F-4D97-AF65-F5344CB8AC3E}">
        <p14:creationId xmlns:p14="http://schemas.microsoft.com/office/powerpoint/2010/main" val="42515321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72</TotalTime>
  <Words>154</Words>
  <Application>Microsoft Office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Lea WAGNER</dc:creator>
  <cp:lastModifiedBy>Léa WAGNER</cp:lastModifiedBy>
  <cp:revision>2</cp:revision>
  <dcterms:created xsi:type="dcterms:W3CDTF">2023-01-23T15:26:00Z</dcterms:created>
  <dcterms:modified xsi:type="dcterms:W3CDTF">2026-01-12T20:26:42Z</dcterms:modified>
</cp:coreProperties>
</file>